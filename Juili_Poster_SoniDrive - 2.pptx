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5199975" cy="50399950"/>
  <p:notesSz cx="7010400" cy="9296400"/>
  <p:defaultTextStyle>
    <a:defPPr>
      <a:defRPr lang="en-US"/>
    </a:defPPr>
    <a:lvl1pPr algn="l" defTabSz="4318513" rtl="0" eaLnBrk="0" fontAlgn="base" hangingPunct="0">
      <a:spcBef>
        <a:spcPct val="0"/>
      </a:spcBef>
      <a:spcAft>
        <a:spcPct val="0"/>
      </a:spcAft>
      <a:defRPr sz="8482" kern="1200">
        <a:solidFill>
          <a:schemeClr val="tx1"/>
        </a:solidFill>
        <a:latin typeface="Arial" charset="0"/>
        <a:ea typeface="+mn-ea"/>
        <a:cs typeface="+mn-cs"/>
      </a:defRPr>
    </a:lvl1pPr>
    <a:lvl2pPr marL="2159258" indent="-1686355" algn="l" defTabSz="4318513" rtl="0" eaLnBrk="0" fontAlgn="base" hangingPunct="0">
      <a:spcBef>
        <a:spcPct val="0"/>
      </a:spcBef>
      <a:spcAft>
        <a:spcPct val="0"/>
      </a:spcAft>
      <a:defRPr sz="8482" kern="1200">
        <a:solidFill>
          <a:schemeClr val="tx1"/>
        </a:solidFill>
        <a:latin typeface="Arial" charset="0"/>
        <a:ea typeface="+mn-ea"/>
        <a:cs typeface="+mn-cs"/>
      </a:defRPr>
    </a:lvl2pPr>
    <a:lvl3pPr marL="4318513" indent="-3372710" algn="l" defTabSz="4318513" rtl="0" eaLnBrk="0" fontAlgn="base" hangingPunct="0">
      <a:spcBef>
        <a:spcPct val="0"/>
      </a:spcBef>
      <a:spcAft>
        <a:spcPct val="0"/>
      </a:spcAft>
      <a:defRPr sz="8482" kern="1200">
        <a:solidFill>
          <a:schemeClr val="tx1"/>
        </a:solidFill>
        <a:latin typeface="Arial" charset="0"/>
        <a:ea typeface="+mn-ea"/>
        <a:cs typeface="+mn-cs"/>
      </a:defRPr>
    </a:lvl3pPr>
    <a:lvl4pPr marL="6477771" indent="-5059065" algn="l" defTabSz="4318513" rtl="0" eaLnBrk="0" fontAlgn="base" hangingPunct="0">
      <a:spcBef>
        <a:spcPct val="0"/>
      </a:spcBef>
      <a:spcAft>
        <a:spcPct val="0"/>
      </a:spcAft>
      <a:defRPr sz="8482" kern="1200">
        <a:solidFill>
          <a:schemeClr val="tx1"/>
        </a:solidFill>
        <a:latin typeface="Arial" charset="0"/>
        <a:ea typeface="+mn-ea"/>
        <a:cs typeface="+mn-cs"/>
      </a:defRPr>
    </a:lvl4pPr>
    <a:lvl5pPr marL="8637028" indent="-6745421" algn="l" defTabSz="4318513" rtl="0" eaLnBrk="0" fontAlgn="base" hangingPunct="0">
      <a:spcBef>
        <a:spcPct val="0"/>
      </a:spcBef>
      <a:spcAft>
        <a:spcPct val="0"/>
      </a:spcAft>
      <a:defRPr sz="8482" kern="1200">
        <a:solidFill>
          <a:schemeClr val="tx1"/>
        </a:solidFill>
        <a:latin typeface="Arial" charset="0"/>
        <a:ea typeface="+mn-ea"/>
        <a:cs typeface="+mn-cs"/>
      </a:defRPr>
    </a:lvl5pPr>
    <a:lvl6pPr marL="2364510" algn="l" defTabSz="945804" rtl="0" eaLnBrk="1" latinLnBrk="0" hangingPunct="1">
      <a:defRPr sz="8482" kern="1200">
        <a:solidFill>
          <a:schemeClr val="tx1"/>
        </a:solidFill>
        <a:latin typeface="Arial" charset="0"/>
        <a:ea typeface="+mn-ea"/>
        <a:cs typeface="+mn-cs"/>
      </a:defRPr>
    </a:lvl6pPr>
    <a:lvl7pPr marL="2837411" algn="l" defTabSz="945804" rtl="0" eaLnBrk="1" latinLnBrk="0" hangingPunct="1">
      <a:defRPr sz="8482" kern="1200">
        <a:solidFill>
          <a:schemeClr val="tx1"/>
        </a:solidFill>
        <a:latin typeface="Arial" charset="0"/>
        <a:ea typeface="+mn-ea"/>
        <a:cs typeface="+mn-cs"/>
      </a:defRPr>
    </a:lvl7pPr>
    <a:lvl8pPr marL="3310313" algn="l" defTabSz="945804" rtl="0" eaLnBrk="1" latinLnBrk="0" hangingPunct="1">
      <a:defRPr sz="8482" kern="1200">
        <a:solidFill>
          <a:schemeClr val="tx1"/>
        </a:solidFill>
        <a:latin typeface="Arial" charset="0"/>
        <a:ea typeface="+mn-ea"/>
        <a:cs typeface="+mn-cs"/>
      </a:defRPr>
    </a:lvl8pPr>
    <a:lvl9pPr marL="3783216" algn="l" defTabSz="945804" rtl="0" eaLnBrk="1" latinLnBrk="0" hangingPunct="1">
      <a:defRPr sz="848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A5FDEC"/>
    <a:srgbClr val="006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29" autoAdjust="0"/>
    <p:restoredTop sz="94660"/>
  </p:normalViewPr>
  <p:slideViewPr>
    <p:cSldViewPr>
      <p:cViewPr varScale="1">
        <p:scale>
          <a:sx n="13" d="100"/>
          <a:sy n="13" d="100"/>
        </p:scale>
        <p:origin x="3278" y="101"/>
      </p:cViewPr>
      <p:guideLst>
        <p:guide orient="horz" pos="15874"/>
        <p:guide pos="79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15656656"/>
            <a:ext cx="21419979" cy="108033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996" y="28559972"/>
            <a:ext cx="17639983" cy="128799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196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3936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590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787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984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181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2377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5574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89373-07A8-48BF-8D1F-B8860A771338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C883E-515E-494F-ABBC-DCD3B53C1CF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9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A936E-0990-4C3B-B545-7EC946331310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56B7D-5B05-4837-A11E-635F431A69D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2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625" y="32386639"/>
            <a:ext cx="21419979" cy="10009990"/>
          </a:xfrm>
        </p:spPr>
        <p:txBody>
          <a:bodyPr anchor="t"/>
          <a:lstStyle>
            <a:lvl1pPr algn="l">
              <a:defRPr sz="280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625" y="21361652"/>
            <a:ext cx="21419979" cy="11024986"/>
          </a:xfrm>
        </p:spPr>
        <p:txBody>
          <a:bodyPr anchor="b"/>
          <a:lstStyle>
            <a:lvl1pPr marL="0" indent="0">
              <a:buNone/>
              <a:defRPr sz="13933">
                <a:solidFill>
                  <a:schemeClr val="tx1">
                    <a:tint val="75000"/>
                  </a:schemeClr>
                </a:solidFill>
              </a:defRPr>
            </a:lvl1pPr>
            <a:lvl2pPr marL="3196846" indent="0">
              <a:buNone/>
              <a:defRPr sz="12555">
                <a:solidFill>
                  <a:schemeClr val="tx1">
                    <a:tint val="75000"/>
                  </a:schemeClr>
                </a:solidFill>
              </a:defRPr>
            </a:lvl2pPr>
            <a:lvl3pPr marL="6393693" indent="0">
              <a:buNone/>
              <a:defRPr sz="11177">
                <a:solidFill>
                  <a:schemeClr val="tx1">
                    <a:tint val="75000"/>
                  </a:schemeClr>
                </a:solidFill>
              </a:defRPr>
            </a:lvl3pPr>
            <a:lvl4pPr marL="9590539" indent="0">
              <a:buNone/>
              <a:defRPr sz="9799">
                <a:solidFill>
                  <a:schemeClr val="tx1">
                    <a:tint val="75000"/>
                  </a:schemeClr>
                </a:solidFill>
              </a:defRPr>
            </a:lvl4pPr>
            <a:lvl5pPr marL="12787386" indent="0">
              <a:buNone/>
              <a:defRPr sz="9799">
                <a:solidFill>
                  <a:schemeClr val="tx1">
                    <a:tint val="75000"/>
                  </a:schemeClr>
                </a:solidFill>
              </a:defRPr>
            </a:lvl5pPr>
            <a:lvl6pPr marL="15984232" indent="0">
              <a:buNone/>
              <a:defRPr sz="9799">
                <a:solidFill>
                  <a:schemeClr val="tx1">
                    <a:tint val="75000"/>
                  </a:schemeClr>
                </a:solidFill>
              </a:defRPr>
            </a:lvl6pPr>
            <a:lvl7pPr marL="19181079" indent="0">
              <a:buNone/>
              <a:defRPr sz="9799">
                <a:solidFill>
                  <a:schemeClr val="tx1">
                    <a:tint val="75000"/>
                  </a:schemeClr>
                </a:solidFill>
              </a:defRPr>
            </a:lvl7pPr>
            <a:lvl8pPr marL="22377925" indent="0">
              <a:buNone/>
              <a:defRPr sz="9799">
                <a:solidFill>
                  <a:schemeClr val="tx1">
                    <a:tint val="75000"/>
                  </a:schemeClr>
                </a:solidFill>
              </a:defRPr>
            </a:lvl8pPr>
            <a:lvl9pPr marL="25574772" indent="0">
              <a:buNone/>
              <a:defRPr sz="97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8FF98-126B-4051-84A6-910C7A43FBDC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E66E8-242C-41A5-B952-161FDF96DE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0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3746" y="73394932"/>
            <a:ext cx="37331839" cy="207608123"/>
          </a:xfrm>
        </p:spPr>
        <p:txBody>
          <a:bodyPr/>
          <a:lstStyle>
            <a:lvl1pPr>
              <a:defRPr sz="19598"/>
            </a:lvl1pPr>
            <a:lvl2pPr>
              <a:defRPr sz="16842"/>
            </a:lvl2pPr>
            <a:lvl3pPr>
              <a:defRPr sz="13933"/>
            </a:lvl3pPr>
            <a:lvl4pPr>
              <a:defRPr sz="12555"/>
            </a:lvl4pPr>
            <a:lvl5pPr>
              <a:defRPr sz="12555"/>
            </a:lvl5pPr>
            <a:lvl6pPr>
              <a:defRPr sz="12555"/>
            </a:lvl6pPr>
            <a:lvl7pPr>
              <a:defRPr sz="12555"/>
            </a:lvl7pPr>
            <a:lvl8pPr>
              <a:defRPr sz="12555"/>
            </a:lvl8pPr>
            <a:lvl9pPr>
              <a:defRPr sz="125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25588" y="73394932"/>
            <a:ext cx="37336213" cy="207608123"/>
          </a:xfrm>
        </p:spPr>
        <p:txBody>
          <a:bodyPr/>
          <a:lstStyle>
            <a:lvl1pPr>
              <a:defRPr sz="19598"/>
            </a:lvl1pPr>
            <a:lvl2pPr>
              <a:defRPr sz="16842"/>
            </a:lvl2pPr>
            <a:lvl3pPr>
              <a:defRPr sz="13933"/>
            </a:lvl3pPr>
            <a:lvl4pPr>
              <a:defRPr sz="12555"/>
            </a:lvl4pPr>
            <a:lvl5pPr>
              <a:defRPr sz="12555"/>
            </a:lvl5pPr>
            <a:lvl6pPr>
              <a:defRPr sz="12555"/>
            </a:lvl6pPr>
            <a:lvl7pPr>
              <a:defRPr sz="12555"/>
            </a:lvl7pPr>
            <a:lvl8pPr>
              <a:defRPr sz="12555"/>
            </a:lvl8pPr>
            <a:lvl9pPr>
              <a:defRPr sz="125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A502B-82EC-435C-A73F-60AEB1EF27EA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F8612-DACE-461C-90E5-31E65B488E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0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999" y="2018336"/>
            <a:ext cx="22679978" cy="839999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999" y="11281659"/>
            <a:ext cx="11134365" cy="4701659"/>
          </a:xfrm>
        </p:spPr>
        <p:txBody>
          <a:bodyPr anchor="b"/>
          <a:lstStyle>
            <a:lvl1pPr marL="0" indent="0">
              <a:buNone/>
              <a:defRPr sz="16842" b="1"/>
            </a:lvl1pPr>
            <a:lvl2pPr marL="3196846" indent="0">
              <a:buNone/>
              <a:defRPr sz="13933" b="1"/>
            </a:lvl2pPr>
            <a:lvl3pPr marL="6393693" indent="0">
              <a:buNone/>
              <a:defRPr sz="12555" b="1"/>
            </a:lvl3pPr>
            <a:lvl4pPr marL="9590539" indent="0">
              <a:buNone/>
              <a:defRPr sz="11177" b="1"/>
            </a:lvl4pPr>
            <a:lvl5pPr marL="12787386" indent="0">
              <a:buNone/>
              <a:defRPr sz="11177" b="1"/>
            </a:lvl5pPr>
            <a:lvl6pPr marL="15984232" indent="0">
              <a:buNone/>
              <a:defRPr sz="11177" b="1"/>
            </a:lvl6pPr>
            <a:lvl7pPr marL="19181079" indent="0">
              <a:buNone/>
              <a:defRPr sz="11177" b="1"/>
            </a:lvl7pPr>
            <a:lvl8pPr marL="22377925" indent="0">
              <a:buNone/>
              <a:defRPr sz="11177" b="1"/>
            </a:lvl8pPr>
            <a:lvl9pPr marL="25574772" indent="0">
              <a:buNone/>
              <a:defRPr sz="111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999" y="15983317"/>
            <a:ext cx="11134365" cy="29038308"/>
          </a:xfrm>
        </p:spPr>
        <p:txBody>
          <a:bodyPr/>
          <a:lstStyle>
            <a:lvl1pPr>
              <a:defRPr sz="16842"/>
            </a:lvl1pPr>
            <a:lvl2pPr>
              <a:defRPr sz="13933"/>
            </a:lvl2pPr>
            <a:lvl3pPr>
              <a:defRPr sz="12555"/>
            </a:lvl3pPr>
            <a:lvl4pPr>
              <a:defRPr sz="11177"/>
            </a:lvl4pPr>
            <a:lvl5pPr>
              <a:defRPr sz="11177"/>
            </a:lvl5pPr>
            <a:lvl6pPr>
              <a:defRPr sz="11177"/>
            </a:lvl6pPr>
            <a:lvl7pPr>
              <a:defRPr sz="11177"/>
            </a:lvl7pPr>
            <a:lvl8pPr>
              <a:defRPr sz="11177"/>
            </a:lvl8pPr>
            <a:lvl9pPr>
              <a:defRPr sz="111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240" y="11281659"/>
            <a:ext cx="11138739" cy="4701659"/>
          </a:xfrm>
        </p:spPr>
        <p:txBody>
          <a:bodyPr anchor="b"/>
          <a:lstStyle>
            <a:lvl1pPr marL="0" indent="0">
              <a:buNone/>
              <a:defRPr sz="16842" b="1"/>
            </a:lvl1pPr>
            <a:lvl2pPr marL="3196846" indent="0">
              <a:buNone/>
              <a:defRPr sz="13933" b="1"/>
            </a:lvl2pPr>
            <a:lvl3pPr marL="6393693" indent="0">
              <a:buNone/>
              <a:defRPr sz="12555" b="1"/>
            </a:lvl3pPr>
            <a:lvl4pPr marL="9590539" indent="0">
              <a:buNone/>
              <a:defRPr sz="11177" b="1"/>
            </a:lvl4pPr>
            <a:lvl5pPr marL="12787386" indent="0">
              <a:buNone/>
              <a:defRPr sz="11177" b="1"/>
            </a:lvl5pPr>
            <a:lvl6pPr marL="15984232" indent="0">
              <a:buNone/>
              <a:defRPr sz="11177" b="1"/>
            </a:lvl6pPr>
            <a:lvl7pPr marL="19181079" indent="0">
              <a:buNone/>
              <a:defRPr sz="11177" b="1"/>
            </a:lvl7pPr>
            <a:lvl8pPr marL="22377925" indent="0">
              <a:buNone/>
              <a:defRPr sz="11177" b="1"/>
            </a:lvl8pPr>
            <a:lvl9pPr marL="25574772" indent="0">
              <a:buNone/>
              <a:defRPr sz="111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240" y="15983317"/>
            <a:ext cx="11138739" cy="29038308"/>
          </a:xfrm>
        </p:spPr>
        <p:txBody>
          <a:bodyPr/>
          <a:lstStyle>
            <a:lvl1pPr>
              <a:defRPr sz="16842"/>
            </a:lvl1pPr>
            <a:lvl2pPr>
              <a:defRPr sz="13933"/>
            </a:lvl2pPr>
            <a:lvl3pPr>
              <a:defRPr sz="12555"/>
            </a:lvl3pPr>
            <a:lvl4pPr>
              <a:defRPr sz="11177"/>
            </a:lvl4pPr>
            <a:lvl5pPr>
              <a:defRPr sz="11177"/>
            </a:lvl5pPr>
            <a:lvl6pPr>
              <a:defRPr sz="11177"/>
            </a:lvl6pPr>
            <a:lvl7pPr>
              <a:defRPr sz="11177"/>
            </a:lvl7pPr>
            <a:lvl8pPr>
              <a:defRPr sz="11177"/>
            </a:lvl8pPr>
            <a:lvl9pPr>
              <a:defRPr sz="111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D84D8-B2E9-44A8-B6E8-0CEECDF788B7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13844-C565-498F-BDCC-8324F8EF104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50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67A7A-B751-4DAF-8DBD-59352BF3BFEB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73D78-E66B-4516-9903-87FED371B9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8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BBB24-8592-40B8-84F5-099512E3B414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44BBA-EFEF-41B5-B309-B23D6BC40D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61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01" y="2006664"/>
            <a:ext cx="8290618" cy="8539992"/>
          </a:xfrm>
        </p:spPr>
        <p:txBody>
          <a:bodyPr anchor="b"/>
          <a:lstStyle>
            <a:lvl1pPr algn="l">
              <a:defRPr sz="13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2490" y="2006668"/>
            <a:ext cx="14087486" cy="43014962"/>
          </a:xfrm>
        </p:spPr>
        <p:txBody>
          <a:bodyPr/>
          <a:lstStyle>
            <a:lvl1pPr>
              <a:defRPr sz="22354"/>
            </a:lvl1pPr>
            <a:lvl2pPr>
              <a:defRPr sz="19598"/>
            </a:lvl2pPr>
            <a:lvl3pPr>
              <a:defRPr sz="16842"/>
            </a:lvl3pPr>
            <a:lvl4pPr>
              <a:defRPr sz="13933"/>
            </a:lvl4pPr>
            <a:lvl5pPr>
              <a:defRPr sz="13933"/>
            </a:lvl5pPr>
            <a:lvl6pPr>
              <a:defRPr sz="13933"/>
            </a:lvl6pPr>
            <a:lvl7pPr>
              <a:defRPr sz="13933"/>
            </a:lvl7pPr>
            <a:lvl8pPr>
              <a:defRPr sz="13933"/>
            </a:lvl8pPr>
            <a:lvl9pPr>
              <a:defRPr sz="13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001" y="10546661"/>
            <a:ext cx="8290618" cy="34474969"/>
          </a:xfrm>
        </p:spPr>
        <p:txBody>
          <a:bodyPr/>
          <a:lstStyle>
            <a:lvl1pPr marL="0" indent="0">
              <a:buNone/>
              <a:defRPr sz="9799"/>
            </a:lvl1pPr>
            <a:lvl2pPr marL="3196846" indent="0">
              <a:buNone/>
              <a:defRPr sz="8421"/>
            </a:lvl2pPr>
            <a:lvl3pPr marL="6393693" indent="0">
              <a:buNone/>
              <a:defRPr sz="7043"/>
            </a:lvl3pPr>
            <a:lvl4pPr marL="9590539" indent="0">
              <a:buNone/>
              <a:defRPr sz="6278"/>
            </a:lvl4pPr>
            <a:lvl5pPr marL="12787386" indent="0">
              <a:buNone/>
              <a:defRPr sz="6278"/>
            </a:lvl5pPr>
            <a:lvl6pPr marL="15984232" indent="0">
              <a:buNone/>
              <a:defRPr sz="6278"/>
            </a:lvl6pPr>
            <a:lvl7pPr marL="19181079" indent="0">
              <a:buNone/>
              <a:defRPr sz="6278"/>
            </a:lvl7pPr>
            <a:lvl8pPr marL="22377925" indent="0">
              <a:buNone/>
              <a:defRPr sz="6278"/>
            </a:lvl8pPr>
            <a:lvl9pPr marL="25574772" indent="0">
              <a:buNone/>
              <a:defRPr sz="62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563ED-F34A-448E-BC2A-6867AE25CC93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D6B73-0421-4893-91BE-23783089D3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372" y="35279966"/>
            <a:ext cx="15119985" cy="4165000"/>
          </a:xfrm>
        </p:spPr>
        <p:txBody>
          <a:bodyPr anchor="b"/>
          <a:lstStyle>
            <a:lvl1pPr algn="l">
              <a:defRPr sz="13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9372" y="4503329"/>
            <a:ext cx="15119985" cy="30239970"/>
          </a:xfrm>
        </p:spPr>
        <p:txBody>
          <a:bodyPr rtlCol="0">
            <a:normAutofit/>
          </a:bodyPr>
          <a:lstStyle>
            <a:lvl1pPr marL="0" indent="0">
              <a:buNone/>
              <a:defRPr sz="22354"/>
            </a:lvl1pPr>
            <a:lvl2pPr marL="3196846" indent="0">
              <a:buNone/>
              <a:defRPr sz="19598"/>
            </a:lvl2pPr>
            <a:lvl3pPr marL="6393693" indent="0">
              <a:buNone/>
              <a:defRPr sz="16842"/>
            </a:lvl3pPr>
            <a:lvl4pPr marL="9590539" indent="0">
              <a:buNone/>
              <a:defRPr sz="13933"/>
            </a:lvl4pPr>
            <a:lvl5pPr marL="12787386" indent="0">
              <a:buNone/>
              <a:defRPr sz="13933"/>
            </a:lvl5pPr>
            <a:lvl6pPr marL="15984232" indent="0">
              <a:buNone/>
              <a:defRPr sz="13933"/>
            </a:lvl6pPr>
            <a:lvl7pPr marL="19181079" indent="0">
              <a:buNone/>
              <a:defRPr sz="13933"/>
            </a:lvl7pPr>
            <a:lvl8pPr marL="22377925" indent="0">
              <a:buNone/>
              <a:defRPr sz="13933"/>
            </a:lvl8pPr>
            <a:lvl9pPr marL="25574772" indent="0">
              <a:buNone/>
              <a:defRPr sz="139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9372" y="39444964"/>
            <a:ext cx="15119985" cy="5914991"/>
          </a:xfrm>
        </p:spPr>
        <p:txBody>
          <a:bodyPr/>
          <a:lstStyle>
            <a:lvl1pPr marL="0" indent="0">
              <a:buNone/>
              <a:defRPr sz="9799"/>
            </a:lvl1pPr>
            <a:lvl2pPr marL="3196846" indent="0">
              <a:buNone/>
              <a:defRPr sz="8421"/>
            </a:lvl2pPr>
            <a:lvl3pPr marL="6393693" indent="0">
              <a:buNone/>
              <a:defRPr sz="7043"/>
            </a:lvl3pPr>
            <a:lvl4pPr marL="9590539" indent="0">
              <a:buNone/>
              <a:defRPr sz="6278"/>
            </a:lvl4pPr>
            <a:lvl5pPr marL="12787386" indent="0">
              <a:buNone/>
              <a:defRPr sz="6278"/>
            </a:lvl5pPr>
            <a:lvl6pPr marL="15984232" indent="0">
              <a:buNone/>
              <a:defRPr sz="6278"/>
            </a:lvl6pPr>
            <a:lvl7pPr marL="19181079" indent="0">
              <a:buNone/>
              <a:defRPr sz="6278"/>
            </a:lvl7pPr>
            <a:lvl8pPr marL="22377925" indent="0">
              <a:buNone/>
              <a:defRPr sz="6278"/>
            </a:lvl8pPr>
            <a:lvl9pPr marL="25574772" indent="0">
              <a:buNone/>
              <a:defRPr sz="62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A3ED7-77E6-4846-B3A7-9A42BDBF6E13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4D1AD-C9C6-4B71-96D0-2F789CEA4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4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1CF63-7C47-4FAB-9158-C8A56EC617F9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CF21BC-9E57-4B3F-917C-8D02B75209D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493068" y="12599992"/>
            <a:ext cx="18768731" cy="2684030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3746" y="12599992"/>
            <a:ext cx="55899320" cy="2684030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A6769-6C19-4979-AF62-DF04DCDAE580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69BB66-D1A1-4EC7-B835-80B82A959A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8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60595" y="2018766"/>
            <a:ext cx="22678788" cy="8400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0595" y="11759305"/>
            <a:ext cx="22678788" cy="3326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7588" tIns="208794" rIns="417588" bIns="2087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0595" y="46713836"/>
            <a:ext cx="5878805" cy="2682339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l" defTabSz="6393693" eaLnBrk="1" fontAlgn="auto" hangingPunct="1">
              <a:spcBef>
                <a:spcPts val="0"/>
              </a:spcBef>
              <a:spcAft>
                <a:spcPts val="0"/>
              </a:spcAft>
              <a:defRPr sz="842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BFFF51D-8F18-4655-BA08-66345B1D1829}" type="datetimeFigureOut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0092" y="46713836"/>
            <a:ext cx="7979795" cy="2682339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ctr" defTabSz="6393693" eaLnBrk="1" fontAlgn="auto" hangingPunct="1">
              <a:spcBef>
                <a:spcPts val="0"/>
              </a:spcBef>
              <a:spcAft>
                <a:spcPts val="0"/>
              </a:spcAft>
              <a:defRPr sz="842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60577" y="46713836"/>
            <a:ext cx="5878805" cy="2682339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421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91DBAB6-9C4D-4D14-B231-FE62A18DD05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392534" rtl="0" eaLnBrk="0" fontAlgn="base" hangingPunct="0">
        <a:spcBef>
          <a:spcPct val="0"/>
        </a:spcBef>
        <a:spcAft>
          <a:spcPct val="0"/>
        </a:spcAft>
        <a:defRPr sz="307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6392534" rtl="0" eaLnBrk="0" fontAlgn="base" hangingPunct="0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2pPr>
      <a:lvl3pPr algn="ctr" defTabSz="6392534" rtl="0" eaLnBrk="0" fontAlgn="base" hangingPunct="0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3pPr>
      <a:lvl4pPr algn="ctr" defTabSz="6392534" rtl="0" eaLnBrk="0" fontAlgn="base" hangingPunct="0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4pPr>
      <a:lvl5pPr algn="ctr" defTabSz="6392534" rtl="0" eaLnBrk="0" fontAlgn="base" hangingPunct="0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5pPr>
      <a:lvl6pPr marL="700019" algn="ctr" defTabSz="6392534" rtl="0" fontAlgn="base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6pPr>
      <a:lvl7pPr marL="1400038" algn="ctr" defTabSz="6392534" rtl="0" fontAlgn="base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7pPr>
      <a:lvl8pPr marL="2100057" algn="ctr" defTabSz="6392534" rtl="0" fontAlgn="base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8pPr>
      <a:lvl9pPr marL="2800076" algn="ctr" defTabSz="6392534" rtl="0" fontAlgn="base">
        <a:spcBef>
          <a:spcPct val="0"/>
        </a:spcBef>
        <a:spcAft>
          <a:spcPct val="0"/>
        </a:spcAft>
        <a:defRPr sz="30775">
          <a:solidFill>
            <a:schemeClr val="tx1"/>
          </a:solidFill>
          <a:latin typeface="Calibri" pitchFamily="34" charset="0"/>
        </a:defRPr>
      </a:lvl9pPr>
    </p:titleStyle>
    <p:bodyStyle>
      <a:lvl1pPr marL="2396593" indent="-2396593" algn="l" defTabSz="6392534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354" kern="1200">
          <a:solidFill>
            <a:schemeClr val="tx1"/>
          </a:solidFill>
          <a:latin typeface="+mn-lt"/>
          <a:ea typeface="+mn-ea"/>
          <a:cs typeface="+mn-cs"/>
        </a:defRPr>
      </a:lvl1pPr>
      <a:lvl2pPr marL="5194238" indent="-1997971" algn="l" defTabSz="6392534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598" kern="1200">
          <a:solidFill>
            <a:schemeClr val="tx1"/>
          </a:solidFill>
          <a:latin typeface="+mn-lt"/>
          <a:ea typeface="+mn-ea"/>
          <a:cs typeface="+mn-cs"/>
        </a:defRPr>
      </a:lvl2pPr>
      <a:lvl3pPr marL="7991883" indent="-1596919" algn="l" defTabSz="6392534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842" kern="1200">
          <a:solidFill>
            <a:schemeClr val="tx1"/>
          </a:solidFill>
          <a:latin typeface="+mn-lt"/>
          <a:ea typeface="+mn-ea"/>
          <a:cs typeface="+mn-cs"/>
        </a:defRPr>
      </a:lvl3pPr>
      <a:lvl4pPr marL="11188150" indent="-1596919" algn="l" defTabSz="6392534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3933" kern="1200">
          <a:solidFill>
            <a:schemeClr val="tx1"/>
          </a:solidFill>
          <a:latin typeface="+mn-lt"/>
          <a:ea typeface="+mn-ea"/>
          <a:cs typeface="+mn-cs"/>
        </a:defRPr>
      </a:lvl4pPr>
      <a:lvl5pPr marL="14384417" indent="-1596919" algn="l" defTabSz="6392534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3933" kern="1200">
          <a:solidFill>
            <a:schemeClr val="tx1"/>
          </a:solidFill>
          <a:latin typeface="+mn-lt"/>
          <a:ea typeface="+mn-ea"/>
          <a:cs typeface="+mn-cs"/>
        </a:defRPr>
      </a:lvl5pPr>
      <a:lvl6pPr marL="17582655" indent="-1598422" algn="l" defTabSz="6393693" rtl="0" eaLnBrk="1" latinLnBrk="0" hangingPunct="1">
        <a:spcBef>
          <a:spcPct val="20000"/>
        </a:spcBef>
        <a:buFont typeface="Arial" pitchFamily="34" charset="0"/>
        <a:buChar char="•"/>
        <a:defRPr sz="13933" kern="1200">
          <a:solidFill>
            <a:schemeClr val="tx1"/>
          </a:solidFill>
          <a:latin typeface="+mn-lt"/>
          <a:ea typeface="+mn-ea"/>
          <a:cs typeface="+mn-cs"/>
        </a:defRPr>
      </a:lvl6pPr>
      <a:lvl7pPr marL="20779501" indent="-1598422" algn="l" defTabSz="6393693" rtl="0" eaLnBrk="1" latinLnBrk="0" hangingPunct="1">
        <a:spcBef>
          <a:spcPct val="20000"/>
        </a:spcBef>
        <a:buFont typeface="Arial" pitchFamily="34" charset="0"/>
        <a:buChar char="•"/>
        <a:defRPr sz="13933" kern="1200">
          <a:solidFill>
            <a:schemeClr val="tx1"/>
          </a:solidFill>
          <a:latin typeface="+mn-lt"/>
          <a:ea typeface="+mn-ea"/>
          <a:cs typeface="+mn-cs"/>
        </a:defRPr>
      </a:lvl7pPr>
      <a:lvl8pPr marL="23976348" indent="-1598422" algn="l" defTabSz="6393693" rtl="0" eaLnBrk="1" latinLnBrk="0" hangingPunct="1">
        <a:spcBef>
          <a:spcPct val="20000"/>
        </a:spcBef>
        <a:buFont typeface="Arial" pitchFamily="34" charset="0"/>
        <a:buChar char="•"/>
        <a:defRPr sz="13933" kern="1200">
          <a:solidFill>
            <a:schemeClr val="tx1"/>
          </a:solidFill>
          <a:latin typeface="+mn-lt"/>
          <a:ea typeface="+mn-ea"/>
          <a:cs typeface="+mn-cs"/>
        </a:defRPr>
      </a:lvl8pPr>
      <a:lvl9pPr marL="27173194" indent="-1598422" algn="l" defTabSz="6393693" rtl="0" eaLnBrk="1" latinLnBrk="0" hangingPunct="1">
        <a:spcBef>
          <a:spcPct val="20000"/>
        </a:spcBef>
        <a:buFont typeface="Arial" pitchFamily="34" charset="0"/>
        <a:buChar char="•"/>
        <a:defRPr sz="139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1pPr>
      <a:lvl2pPr marL="3196846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2pPr>
      <a:lvl3pPr marL="6393693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3pPr>
      <a:lvl4pPr marL="9590539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4pPr>
      <a:lvl5pPr marL="12787386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5pPr>
      <a:lvl6pPr marL="15984232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6pPr>
      <a:lvl7pPr marL="19181079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7pPr>
      <a:lvl8pPr marL="22377925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8pPr>
      <a:lvl9pPr marL="25574772" algn="l" defTabSz="6393693" rtl="0" eaLnBrk="1" latinLnBrk="0" hangingPunct="1">
        <a:defRPr sz="125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0576551" y="-7567526"/>
            <a:ext cx="46353080" cy="6553500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39369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987" dirty="0"/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-2178177" y="-6899132"/>
            <a:ext cx="29637679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IN" sz="15000" b="1" dirty="0"/>
              <a:t>Breathing Sonification for Early Detection of Driver Fatigue</a:t>
            </a:r>
            <a:endParaRPr lang="en-IN" sz="15000" dirty="0"/>
          </a:p>
        </p:txBody>
      </p:sp>
      <p:sp>
        <p:nvSpPr>
          <p:cNvPr id="2052" name="TextBox 6"/>
          <p:cNvSpPr txBox="1">
            <a:spLocks noChangeArrowheads="1"/>
          </p:cNvSpPr>
          <p:nvPr/>
        </p:nvSpPr>
        <p:spPr bwMode="auto">
          <a:xfrm>
            <a:off x="5917233" y="-2292157"/>
            <a:ext cx="13666177" cy="2354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7349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 JUILI DEEPAK GULHANE</a:t>
            </a:r>
          </a:p>
          <a:p>
            <a:pPr algn="ctr" eaLnBrk="1" hangingPunct="1">
              <a:defRPr/>
            </a:pPr>
            <a:r>
              <a:rPr lang="en-US" sz="7349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 FY MTech Automotive Engineering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10354896" y="604976"/>
            <a:ext cx="45383288" cy="5467826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39369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987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-14117867" y="27998758"/>
            <a:ext cx="53199947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-9262802" y="558811"/>
            <a:ext cx="22013124" cy="3222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r>
              <a:rPr lang="en-US" sz="7500" b="1" u="sng" dirty="0">
                <a:latin typeface="+mj-lt"/>
                <a:cs typeface="Times New Roman" panose="02020603050405020304" pitchFamily="18" charset="0"/>
              </a:rPr>
              <a:t>ABSTRACT :</a:t>
            </a: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r>
              <a:rPr lang="en-IN" sz="6000" dirty="0">
                <a:latin typeface="+mj-lt"/>
                <a:cs typeface="Times New Roman" panose="02020603050405020304" pitchFamily="18" charset="0"/>
              </a:rPr>
              <a:t>This project proposes a novel karaoke-style breathing sonification framework that converts real-time respiration into intuitive auditory feedback. Drivers compare their physiological rhythms to a reference ideal pattern, enabling self-regulation and early recognition of abnormal signals. </a:t>
            </a:r>
            <a:r>
              <a:rPr lang="en-IN" sz="6000" dirty="0">
                <a:latin typeface="+mn-lt"/>
              </a:rPr>
              <a:t>The research integrates human-computer interaction, psychoacoustics, and biomedical signal processing to develop a low-cost, non-intrusive biofeedback system. Applications extend to driver safety, wellness training, and healthcare monitoring.</a:t>
            </a:r>
          </a:p>
          <a:p>
            <a:r>
              <a:rPr lang="en-US" sz="6000" b="1" u="sng" dirty="0">
                <a:cs typeface="Times New Roman" panose="02020603050405020304" pitchFamily="18" charset="0"/>
              </a:rPr>
              <a:t>INTRODUCTION: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</a:rPr>
              <a:t>The number of fatigue-related crashes remains significant, especially in long-haul transport and commercial driving. Drowsiness and even minute declines in alertness can lead to delayed reaction times, impaired decision-making, and increased crash risk.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</a:rPr>
              <a:t>Physiological signals (breathing, heart rate variability) provide an earlier indicator of driver fatigue onset, compared to purely behavioural measures(e.g., camera-based eye tracking, steering behaviour monitoring).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</a:rPr>
              <a:t>By converting breathing into an auditory/visual form (sonification) and leveraging interactive “karaoke” style feedback, we aim to engage the driver and Co-driver actively promoting breathing regulation, alertness, and thus safer mobility.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</a:rPr>
              <a:t>Biofeedback (e.g., subtle cues when breathing slows or heart‐rate decouples) signals the driver and co-driver before critical fatigue sets in, potentially enabling corrective action - rest break, alertness intervention.</a:t>
            </a:r>
            <a:endParaRPr lang="en-IN" dirty="0">
              <a:latin typeface="+mn-lt"/>
            </a:endParaRPr>
          </a:p>
          <a:p>
            <a:r>
              <a:rPr lang="en-US" sz="7500" b="1" u="sng" dirty="0">
                <a:latin typeface="+mj-lt"/>
                <a:cs typeface="Times New Roman" panose="02020603050405020304" pitchFamily="18" charset="0"/>
              </a:rPr>
              <a:t>SCOPE OF WORK:</a:t>
            </a:r>
          </a:p>
          <a:p>
            <a:pPr marL="1143000" indent="-1143000" defTabSz="6393693" eaLnBrk="1" fontAlgn="auto" hangingPunct="1">
              <a:spcBef>
                <a:spcPts val="0"/>
              </a:spcBef>
              <a:spcAft>
                <a:spcPts val="50"/>
              </a:spcAft>
              <a:buFont typeface="Arial" panose="020B0604020202020204" pitchFamily="34" charset="0"/>
              <a:buChar char="•"/>
              <a:defRPr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To design a real-time system that converts breathing patterns into sound cues.</a:t>
            </a:r>
          </a:p>
          <a:p>
            <a:pPr marL="1143000" indent="-1143000" defTabSz="6393693" eaLnBrk="1" fontAlgn="auto" hangingPunct="1">
              <a:spcBef>
                <a:spcPts val="0"/>
              </a:spcBef>
              <a:spcAft>
                <a:spcPts val="50"/>
              </a:spcAft>
              <a:buFont typeface="Arial" panose="020B0604020202020204" pitchFamily="34" charset="0"/>
              <a:buChar char="•"/>
              <a:defRPr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To compare sonification with different mappings (linear Vs non-linear Vs Fibonacci series) and Sine Vs. Chirp waveforms.</a:t>
            </a:r>
            <a:endParaRPr lang="en-US" sz="7500" b="1" u="sng" dirty="0">
              <a:latin typeface="+mj-lt"/>
              <a:cs typeface="Times New Roman" panose="02020603050405020304" pitchFamily="18" charset="0"/>
            </a:endParaRPr>
          </a:p>
          <a:p>
            <a:pPr defTabSz="6393693" eaLnBrk="1" fontAlgn="auto" hangingPunct="1">
              <a:spcBef>
                <a:spcPts val="0"/>
              </a:spcBef>
              <a:spcAft>
                <a:spcPts val="50"/>
              </a:spcAft>
              <a:defRPr/>
            </a:pPr>
            <a:r>
              <a:rPr lang="en-US" sz="7500" b="1" u="sng" dirty="0">
                <a:latin typeface="+mj-lt"/>
                <a:cs typeface="Times New Roman" panose="02020603050405020304" pitchFamily="18" charset="0"/>
              </a:rPr>
              <a:t>SIMULATION / EXPERIMENTAL SETUP:</a:t>
            </a:r>
          </a:p>
        </p:txBody>
      </p:sp>
      <p:sp>
        <p:nvSpPr>
          <p:cNvPr id="2112" name="TextBox 18"/>
          <p:cNvSpPr txBox="1">
            <a:spLocks noChangeArrowheads="1"/>
          </p:cNvSpPr>
          <p:nvPr/>
        </p:nvSpPr>
        <p:spPr bwMode="auto">
          <a:xfrm flipH="1">
            <a:off x="-6556763" y="55998729"/>
            <a:ext cx="36824106" cy="1506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9187" b="1" dirty="0">
                <a:solidFill>
                  <a:schemeClr val="bg1"/>
                </a:solidFill>
                <a:latin typeface="+mn-lt"/>
              </a:rPr>
              <a:t>STUDENT  POSTER PRESENTATION – SAFE MOBILITY - SIAT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11787" y="55882065"/>
            <a:ext cx="4420298" cy="1622784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39369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solidFill>
                  <a:schemeClr val="tx1"/>
                </a:solidFill>
              </a:rPr>
              <a:t>Photograph of Author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4B1620-1A38-4EF8-8D96-85895BFB1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37870" y="-6451857"/>
            <a:ext cx="5577663" cy="55512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F3B13D-387F-434F-B537-3590021555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52317" y="55820218"/>
            <a:ext cx="3215167" cy="1819573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0F45BA88-EC7F-C0D9-9ACB-082FA1542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857" y="-7100492"/>
            <a:ext cx="4413986" cy="4534918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A41DC86A-BB1F-EEB5-E1C2-904C83405D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1"/>
          <a:stretch>
            <a:fillRect/>
          </a:stretch>
        </p:blipFill>
        <p:spPr>
          <a:xfrm>
            <a:off x="27916187" y="-1930269"/>
            <a:ext cx="6757327" cy="1785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3C7263-ABB7-F857-BBBE-2639963C9418}"/>
              </a:ext>
            </a:extLst>
          </p:cNvPr>
          <p:cNvSpPr txBox="1"/>
          <p:nvPr/>
        </p:nvSpPr>
        <p:spPr>
          <a:xfrm>
            <a:off x="12750322" y="1078953"/>
            <a:ext cx="22351736" cy="55415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00038"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endParaRPr lang="en-US" sz="9000" dirty="0">
              <a:latin typeface="+mn-lt"/>
              <a:cs typeface="Times New Roman" panose="02020603050405020304" pitchFamily="18" charset="0"/>
            </a:endParaRPr>
          </a:p>
          <a:p>
            <a:pPr marL="1400038" indent="-1400038" defTabSz="6393693" eaLnBrk="1" fontAlgn="auto" hangingPunct="1">
              <a:spcBef>
                <a:spcPts val="0"/>
              </a:spcBef>
              <a:spcAft>
                <a:spcPts val="3675"/>
              </a:spcAft>
              <a:buFont typeface="Arial" pitchFamily="34" charset="0"/>
              <a:buChar char="•"/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marL="1400038" indent="-1400038" defTabSz="6393693" eaLnBrk="1" fontAlgn="auto" hangingPunct="1">
              <a:spcBef>
                <a:spcPts val="0"/>
              </a:spcBef>
              <a:spcAft>
                <a:spcPts val="3675"/>
              </a:spcAft>
              <a:buFont typeface="Arial" pitchFamily="34" charset="0"/>
              <a:buChar char="•"/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marL="1400038" indent="-1400038" defTabSz="6393693" eaLnBrk="1" fontAlgn="auto" hangingPunct="1">
              <a:spcBef>
                <a:spcPts val="0"/>
              </a:spcBef>
              <a:spcAft>
                <a:spcPts val="3675"/>
              </a:spcAft>
              <a:buFont typeface="Arial" pitchFamily="34" charset="0"/>
              <a:buChar char="•"/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marL="1400038" indent="-1400038" defTabSz="6393693" eaLnBrk="1" fontAlgn="auto" hangingPunct="1">
              <a:spcBef>
                <a:spcPts val="0"/>
              </a:spcBef>
              <a:spcAft>
                <a:spcPts val="3675"/>
              </a:spcAft>
              <a:buFont typeface="Arial" pitchFamily="34" charset="0"/>
              <a:buChar char="•"/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marL="1400038" indent="-1400038" defTabSz="6393693" eaLnBrk="1" fontAlgn="auto" hangingPunct="1">
              <a:spcBef>
                <a:spcPts val="0"/>
              </a:spcBef>
              <a:spcAft>
                <a:spcPts val="3675"/>
              </a:spcAft>
              <a:buFont typeface="Arial" pitchFamily="34" charset="0"/>
              <a:buChar char="•"/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r>
              <a:rPr lang="en-US" sz="75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endParaRPr lang="en-US" sz="75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r>
              <a:rPr lang="en-US" sz="75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INFERENCES: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Spectrogram indicates reduced periodic energy at low frequencies during fatigue simulation.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Linear mapping showed higher tonal clarity, easy to interpret but less natural flow, good for alerts.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Non-linear mapping is gentle near target, providing comfort; highly aggressive at extremes, signaling immediate danger.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Fibonacci mapping showed harmonic and perceived ‘musical’ quality, good for self-regulation and long-term biofeedback.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Sine wave creates pure tone, maximizes clarity of alarms.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Chirp wave creates textured tone, reduces auditory fatigue.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6000" dirty="0">
                <a:latin typeface="+mn-lt"/>
                <a:cs typeface="Times New Roman" panose="02020603050405020304" pitchFamily="18" charset="0"/>
              </a:rPr>
              <a:t>The study demonstrates that sonification is not a single concept, but a set of design choices. The optimal system for driver fatigue is likely a hybrid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6000" dirty="0">
                <a:latin typeface="+mn-lt"/>
                <a:cs typeface="Times New Roman" panose="02020603050405020304" pitchFamily="18" charset="0"/>
              </a:rPr>
              <a:t>A Chirp Waveform (for long-term comfort) combined with a Non-Linear Mapping (for low intrusiveness + high-urgency warnings) may provide the most effective real-world balance between driver comfort and critical safety alerts.</a:t>
            </a:r>
          </a:p>
          <a:p>
            <a:pPr marL="472903" lvl="1" indent="0"/>
            <a:r>
              <a:rPr lang="en-US" sz="7500" b="1" u="sng" dirty="0">
                <a:latin typeface="+mn-lt"/>
                <a:cs typeface="Times New Roman" panose="02020603050405020304" pitchFamily="18" charset="0"/>
              </a:rPr>
              <a:t>FUTURE WORK:</a:t>
            </a:r>
          </a:p>
          <a:p>
            <a:pPr marL="1143000" lvl="0" indent="-1143000" algn="just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  <a:cs typeface="Times New Roman" panose="02020603050405020304" pitchFamily="18" charset="0"/>
              </a:rPr>
              <a:t>In-vehicle testing, ML classification of fatigue states, integration with ADAS.</a:t>
            </a:r>
          </a:p>
          <a:p>
            <a:pPr marL="1143000" lvl="0" indent="-1143000" algn="just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  <a:cs typeface="Times New Roman" panose="02020603050405020304" pitchFamily="18" charset="0"/>
              </a:rPr>
              <a:t>Can be extended to breath training apps (for mindfulness, stress relief and sleep. Also beneficial for athletes, swimmers, singers)</a:t>
            </a:r>
          </a:p>
          <a:p>
            <a:pPr marL="1143000" lvl="0" indent="-1143000" algn="just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  <a:cs typeface="Times New Roman" panose="02020603050405020304" pitchFamily="18" charset="0"/>
              </a:rPr>
              <a:t>Karaoke framework can also be adapted to other applications using Sonification as comparative audio feedback model where a live or simulated signal is audibly compared to a reference (healthy or ideal) pattern, useful for detection even by laymen.</a:t>
            </a:r>
            <a:endParaRPr lang="en-US" sz="6000" b="1" dirty="0">
              <a:latin typeface="+mn-lt"/>
              <a:cs typeface="Times New Roman" panose="02020603050405020304" pitchFamily="18" charset="0"/>
            </a:endParaRPr>
          </a:p>
          <a:p>
            <a:pPr defTabSz="6393693" eaLnBrk="1" fontAlgn="auto" hangingPunct="1">
              <a:spcBef>
                <a:spcPts val="0"/>
              </a:spcBef>
              <a:spcAft>
                <a:spcPts val="3675"/>
              </a:spcAft>
              <a:defRPr/>
            </a:pPr>
            <a:r>
              <a:rPr lang="en-US" sz="7500" b="1" u="sng" dirty="0">
                <a:latin typeface="+mn-lt"/>
                <a:cs typeface="Times New Roman" panose="02020603050405020304" pitchFamily="18" charset="0"/>
              </a:rPr>
              <a:t> REFERENCES</a:t>
            </a:r>
          </a:p>
          <a:p>
            <a:pPr marL="857250" indent="-857250">
              <a:buFont typeface="Arial" panose="020B0604020202020204" pitchFamily="34" charset="0"/>
              <a:buChar char="•"/>
              <a:defRPr sz="2000"/>
            </a:pPr>
            <a:r>
              <a:rPr lang="en-US" sz="6000" dirty="0">
                <a:latin typeface="+mn-lt"/>
                <a:cs typeface="Times New Roman" panose="02020603050405020304" pitchFamily="18" charset="0"/>
              </a:rPr>
              <a:t>Hermann, T., Hunt, A., &amp; Neuhoff, J. G. (Eds.). (2011). The Sonification Handbook. Logos Publishing House.</a:t>
            </a:r>
            <a:endParaRPr lang="en-IN" sz="6000" dirty="0">
              <a:latin typeface="+mn-lt"/>
              <a:cs typeface="Times New Roman" panose="02020603050405020304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000" dirty="0">
                <a:latin typeface="+mn-lt"/>
              </a:rPr>
              <a:t>Landry, Steven, Maryam Fakhr Hosseini, David Tascarella, and Myounghoon Jeon. "Listen to Your Drive: An In-Vehicle Sonification Prototyping Tool for Driver State and Performance Data," paper no. ACM 978-1-4503-4654-2/16/10, Adjunct Proceedings of the 8th International Conference on Automotive User Interfaces and Interactive Vehicular Applications (Automotive UI ’16), ACM Press, Ann Arbor, MI, USA, 2016.</a:t>
            </a:r>
            <a:endParaRPr lang="en-US" sz="6000" b="1" u="sng" dirty="0">
              <a:latin typeface="+mn-lt"/>
              <a:cs typeface="Times New Roman" panose="02020603050405020304" pitchFamily="18" charset="0"/>
            </a:endParaRPr>
          </a:p>
          <a:p>
            <a:pPr marL="1400038" indent="-1400038" defTabSz="6393693" eaLnBrk="1" fontAlgn="auto" hangingPunct="1">
              <a:spcBef>
                <a:spcPts val="0"/>
              </a:spcBef>
              <a:spcAft>
                <a:spcPts val="3675"/>
              </a:spcAft>
              <a:buFont typeface="Arial" pitchFamily="34" charset="0"/>
              <a:buChar char="•"/>
              <a:defRPr/>
            </a:pPr>
            <a:endParaRPr lang="en-US" sz="9000" b="1" u="sng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9" name="Content Placeholder 4" descr="A diagram of a microphone&#10;&#10;AI-generated content may be incorrect.">
            <a:extLst>
              <a:ext uri="{FF2B5EF4-FFF2-40B4-BE49-F238E27FC236}">
                <a16:creationId xmlns:a16="http://schemas.microsoft.com/office/drawing/2014/main" id="{38397C7B-213F-1166-36B6-8A2FAD2D8A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35162" y="33106469"/>
            <a:ext cx="10784842" cy="115098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804219-3048-0E33-C212-83C72FBA54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1235" y="51632312"/>
            <a:ext cx="4719844" cy="2881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1204DC-E251-372C-4941-425C8B197F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435162" y="45481875"/>
            <a:ext cx="9435162" cy="5562952"/>
          </a:xfrm>
          <a:prstGeom prst="rect">
            <a:avLst/>
          </a:prstGeom>
        </p:spPr>
      </p:pic>
      <p:pic>
        <p:nvPicPr>
          <p:cNvPr id="16" name="Picture 15" descr="A person sitting in a chair&#10;&#10;AI-generated content may be incorrect.">
            <a:extLst>
              <a:ext uri="{FF2B5EF4-FFF2-40B4-BE49-F238E27FC236}">
                <a16:creationId xmlns:a16="http://schemas.microsoft.com/office/drawing/2014/main" id="{5E3C0E20-C7EF-4D29-5347-B188E95DA89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3356" y="54619668"/>
            <a:ext cx="3417335" cy="3305346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6A1D50-446C-0B59-3AED-2615819694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4228" y="1461878"/>
            <a:ext cx="21645802" cy="14121435"/>
          </a:xfrm>
          <a:prstGeom prst="rect">
            <a:avLst/>
          </a:prstGeom>
        </p:spPr>
      </p:pic>
      <p:pic>
        <p:nvPicPr>
          <p:cNvPr id="19" name="Picture 18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18D4CD66-9253-508F-B3DA-1051308EA3A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787" y="17677041"/>
            <a:ext cx="1367418" cy="1367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51C6DE-CB45-97CC-BA62-369987EB17DF}"/>
              </a:ext>
            </a:extLst>
          </p:cNvPr>
          <p:cNvSpPr txBox="1"/>
          <p:nvPr/>
        </p:nvSpPr>
        <p:spPr>
          <a:xfrm>
            <a:off x="6998049" y="54335050"/>
            <a:ext cx="5642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+mn-lt"/>
              </a:rPr>
              <a:t>Breathing Sample</a:t>
            </a:r>
            <a:endParaRPr lang="en-IN" sz="60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21018-4284-75D5-C078-65F53FC50A8F}"/>
              </a:ext>
            </a:extLst>
          </p:cNvPr>
          <p:cNvSpPr txBox="1"/>
          <p:nvPr/>
        </p:nvSpPr>
        <p:spPr>
          <a:xfrm>
            <a:off x="-7773832" y="51134606"/>
            <a:ext cx="10972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Mapping Strategy</a:t>
            </a:r>
            <a:endParaRPr lang="en-IN" sz="6000" dirty="0"/>
          </a:p>
        </p:txBody>
      </p:sp>
      <p:pic>
        <p:nvPicPr>
          <p:cNvPr id="20" name="Picture 19" descr="A graph of a sound wave&#10;&#10;AI-generated content may be incorrect.">
            <a:extLst>
              <a:ext uri="{FF2B5EF4-FFF2-40B4-BE49-F238E27FC236}">
                <a16:creationId xmlns:a16="http://schemas.microsoft.com/office/drawing/2014/main" id="{969CD1A7-FF29-2E95-C9D7-0D57B6BE36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2156" y="52150269"/>
            <a:ext cx="3650839" cy="1989243"/>
          </a:xfrm>
          <a:prstGeom prst="rect">
            <a:avLst/>
          </a:prstGeom>
        </p:spPr>
      </p:pic>
      <p:pic>
        <p:nvPicPr>
          <p:cNvPr id="23" name="Picture 22" descr="A black line on a white background&#10;&#10;AI-generated content may be incorrect.">
            <a:extLst>
              <a:ext uri="{FF2B5EF4-FFF2-40B4-BE49-F238E27FC236}">
                <a16:creationId xmlns:a16="http://schemas.microsoft.com/office/drawing/2014/main" id="{D0028B4F-B583-BA36-00EB-101239270D1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62802" y="52065422"/>
            <a:ext cx="3399572" cy="191250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9C5BDD5-6C87-C0F4-B176-E1F92927A0A0}"/>
              </a:ext>
            </a:extLst>
          </p:cNvPr>
          <p:cNvSpPr txBox="1"/>
          <p:nvPr/>
        </p:nvSpPr>
        <p:spPr>
          <a:xfrm>
            <a:off x="-9369999" y="53827838"/>
            <a:ext cx="3267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Sine</a:t>
            </a:r>
            <a:endParaRPr lang="en-IN" sz="6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8F194B-C86F-614B-7C93-EE0FDD4316B8}"/>
              </a:ext>
            </a:extLst>
          </p:cNvPr>
          <p:cNvSpPr txBox="1"/>
          <p:nvPr/>
        </p:nvSpPr>
        <p:spPr>
          <a:xfrm>
            <a:off x="-3876272" y="53977925"/>
            <a:ext cx="3267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Chirp</a:t>
            </a:r>
            <a:endParaRPr lang="en-IN" sz="6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677DFE-56DF-2E40-AAB8-FD57B3A609FC}"/>
              </a:ext>
            </a:extLst>
          </p:cNvPr>
          <p:cNvSpPr txBox="1"/>
          <p:nvPr/>
        </p:nvSpPr>
        <p:spPr>
          <a:xfrm>
            <a:off x="12888134" y="15882725"/>
            <a:ext cx="22076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+mn-lt"/>
              </a:rPr>
              <a:t>Sonification of breathing sample showing spectrograms, and Karaoke Feedback for different mappings. For real-time live demo, scan the QR code </a:t>
            </a:r>
            <a:r>
              <a:rPr lang="en-US" sz="6000" dirty="0">
                <a:latin typeface="+mn-lt"/>
                <a:sym typeface="Wingdings" panose="05000000000000000000" pitchFamily="2" charset="2"/>
              </a:rPr>
              <a:t></a:t>
            </a:r>
            <a:endParaRPr lang="en-IN" sz="6000" dirty="0"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597400-CEFA-69BE-7450-3269E197FA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79" y="48183170"/>
            <a:ext cx="7027881" cy="627708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4025D0-1B3D-9F76-42CB-F7E69F50BE87}"/>
              </a:ext>
            </a:extLst>
          </p:cNvPr>
          <p:cNvSpPr txBox="1"/>
          <p:nvPr/>
        </p:nvSpPr>
        <p:spPr>
          <a:xfrm>
            <a:off x="397404" y="54231193"/>
            <a:ext cx="6322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Core Idea</a:t>
            </a:r>
            <a:endParaRPr lang="en-IN" sz="6000" dirty="0"/>
          </a:p>
        </p:txBody>
      </p:sp>
      <p:pic>
        <p:nvPicPr>
          <p:cNvPr id="30" name="Picture 29" descr="A diagram of a flowchart&#10;&#10;AI-generated content may be incorrect.">
            <a:extLst>
              <a:ext uri="{FF2B5EF4-FFF2-40B4-BE49-F238E27FC236}">
                <a16:creationId xmlns:a16="http://schemas.microsoft.com/office/drawing/2014/main" id="{224792E7-102A-97A7-4388-48B577EC30B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7" r="5646"/>
          <a:stretch>
            <a:fillRect/>
          </a:stretch>
        </p:blipFill>
        <p:spPr>
          <a:xfrm>
            <a:off x="2741408" y="32599376"/>
            <a:ext cx="8678503" cy="149357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677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ARAI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Rakesh Mulik</dc:creator>
  <cp:lastModifiedBy>Juili Gulhane</cp:lastModifiedBy>
  <cp:revision>241</cp:revision>
  <dcterms:created xsi:type="dcterms:W3CDTF">2010-09-29T09:45:34Z</dcterms:created>
  <dcterms:modified xsi:type="dcterms:W3CDTF">2025-11-15T11:39:06Z</dcterms:modified>
</cp:coreProperties>
</file>